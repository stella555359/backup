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3.png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3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3.png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3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3.png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3.png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3.png"/><Relationship Id="rId5" Type="http://schemas.openxmlformats.org/officeDocument/2006/relationships/image" Target="../media/image15.gif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image" Target="../media/image3.png"/><Relationship Id="rId5" Type="http://schemas.openxmlformats.org/officeDocument/2006/relationships/image" Target="../media/image17.gif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1">
            <a:hlinkClick r:id="" action="ppaction://media"/>
            <a:extLst>
              <a:ext uri="{FF2B5EF4-FFF2-40B4-BE49-F238E27FC236}">
                <a16:creationId xmlns:a16="http://schemas.microsoft.com/office/drawing/2014/main" id="{ABB0D085-52BC-8F90-5D0E-110C95106C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2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2">
            <a:hlinkClick r:id="" action="ppaction://media"/>
            <a:extLst>
              <a:ext uri="{FF2B5EF4-FFF2-40B4-BE49-F238E27FC236}">
                <a16:creationId xmlns:a16="http://schemas.microsoft.com/office/drawing/2014/main" id="{BCF3B9B5-20D9-1529-7F09-37B5BE32D4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3">
            <a:hlinkClick r:id="" action="ppaction://media"/>
            <a:extLst>
              <a:ext uri="{FF2B5EF4-FFF2-40B4-BE49-F238E27FC236}">
                <a16:creationId xmlns:a16="http://schemas.microsoft.com/office/drawing/2014/main" id="{466D4FFF-4436-5EC0-2949-4D595E7994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4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4">
            <a:hlinkClick r:id="" action="ppaction://media"/>
            <a:extLst>
              <a:ext uri="{FF2B5EF4-FFF2-40B4-BE49-F238E27FC236}">
                <a16:creationId xmlns:a16="http://schemas.microsoft.com/office/drawing/2014/main" id="{3C9203EF-EF55-CF84-C9E1-9245E25D56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5">
            <a:hlinkClick r:id="" action="ppaction://media"/>
            <a:extLst>
              <a:ext uri="{FF2B5EF4-FFF2-40B4-BE49-F238E27FC236}">
                <a16:creationId xmlns:a16="http://schemas.microsoft.com/office/drawing/2014/main" id="{7FA3DB55-32F4-9AFE-A5C4-5B2FBD2F11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6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6">
            <a:hlinkClick r:id="" action="ppaction://media"/>
            <a:extLst>
              <a:ext uri="{FF2B5EF4-FFF2-40B4-BE49-F238E27FC236}">
                <a16:creationId xmlns:a16="http://schemas.microsoft.com/office/drawing/2014/main" id="{EA42EB6A-92B7-1757-AE12-B95FEA65E2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7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7">
            <a:hlinkClick r:id="" action="ppaction://media"/>
            <a:extLst>
              <a:ext uri="{FF2B5EF4-FFF2-40B4-BE49-F238E27FC236}">
                <a16:creationId xmlns:a16="http://schemas.microsoft.com/office/drawing/2014/main" id="{F3EF1109-67BA-7E20-7607-33ECAB952A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c_slide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dynamic_slide_08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58" y="2476500"/>
            <a:ext cx="2438400" cy="2438400"/>
          </a:xfrm>
          <a:prstGeom prst="rect">
            <a:avLst/>
          </a:prstGeom>
        </p:spPr>
      </p:pic>
      <p:pic>
        <p:nvPicPr>
          <p:cNvPr id="4" name="Narration_08">
            <a:hlinkClick r:id="" action="ppaction://media"/>
            <a:extLst>
              <a:ext uri="{FF2B5EF4-FFF2-40B4-BE49-F238E27FC236}">
                <a16:creationId xmlns:a16="http://schemas.microsoft.com/office/drawing/2014/main" id="{2C9651DA-FDC3-D9FC-1DC7-F6B2373C26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24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Earth - Dynamic Presentation</dc:title>
  <dc:subject>Crisp static text with animated illustration overlays.</dc:subject>
  <dc:creator>Sunny</dc:creator>
  <cp:keywords/>
  <dc:description>Generated from earth_speech_presentation_boy_en.html. Each slide uses a high-resolution PNG background and an animated GIF only over the illustration area, keeping all text sharp.</dc:description>
  <cp:lastModifiedBy>Stella Lin (Nokia)</cp:lastModifiedBy>
  <cp:revision>2</cp:revision>
  <dcterms:created xsi:type="dcterms:W3CDTF">2013-01-27T09:14:16Z</dcterms:created>
  <dcterms:modified xsi:type="dcterms:W3CDTF">2026-07-17T06:17:04Z</dcterms:modified>
  <cp:category/>
</cp:coreProperties>
</file>