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c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Earth - Static Presentation</dc:title>
  <dc:subject>High-fidelity static slides rendered from the English HTML presentation.</dc:subject>
  <dc:creator>Sunny</dc:creator>
  <cp:keywords/>
  <dc:description>Generated from earth_speech_presentation_boy_en.html. The static version uses PNG slide images. The dynamic version uses animated GIF slide images.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